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B291-1B79-FA24-18BA-EC189EDB0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0CF5D-208B-8C7F-369E-A2C94A315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C732D-3D53-77C7-45F4-2F802212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9A385-81CD-D179-8833-EC0BD467E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CB0AB-96AF-88BB-22FC-FB0A4F50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506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4E2F-FABA-89DF-CA70-50A9DD48C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31E35-D545-CF45-F1CE-409D2B554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F6B5D-7F88-2745-B574-898A94A8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5D20A-F3D5-CF7A-D2D5-ED895C8CB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C18F9-CAF8-507C-AA09-45979E12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381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EBDF-DB93-2468-7EE9-38CCE5F5B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C5A78-ADC8-D406-2502-86A5DD9A1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0BFB2-EEC7-C7D0-E33A-1A4ABF7A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D4FD2-0F32-ED69-64DB-202B10475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3BE6F-733F-9B37-C79D-56093449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952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188D-873F-DCF7-A47B-20E046DD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E44D-9EDB-F064-2329-5AF03C79B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D541-00C7-5EF9-09F9-C849DD00F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E4A7AD-4939-08DD-B874-BD74B13F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C2E49-E58D-B394-E0A1-56EF58A2C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94A70-D4CE-97F0-3C7E-EC17C514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1501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610D2-B34D-F48D-6FB4-0F6B253B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63494-6B1E-8078-C951-D17F2F603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72425-CBC1-0262-76A0-092564A41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02270-9539-50E0-0544-49B0F77E2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B88EB4-DCE9-DB3C-9E2C-4B502DB9A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193C5-45C5-6560-EBCB-F99FB019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1E12E-F432-1333-ECFC-796FBEFB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BF6CF-858E-B6C4-C232-0FFDE06E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362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2DAB-0472-841D-1B93-0DDBBE02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665E3-14D1-1D47-0E0E-27B40622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168F2-0687-F294-5D05-784EE6DDC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1192D-8533-55BB-4A77-14DAB4B7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141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A4C82-9657-7E3E-35B5-BE404995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8AB49-BCBB-942D-0B22-EDB54208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2B1AD-FF3F-48BE-18CE-1759FB16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125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6102-9488-AB50-282D-5EC7D775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0554-8F8A-7D81-19B2-A1A3EB863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5621C-1347-839F-4308-097318220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61AC3-015A-6D72-E81B-CB76B646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2ACD1-6681-E480-41D6-FD34A2C7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647DA-E002-1A65-03DD-A729CBA0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063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A0B1-E680-275E-C39E-73F7757E7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C12C6-902B-B5BA-B702-9D8918B05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E07EE-FC91-0746-479F-529F8944F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6AF7-603A-ED60-76E3-6867574A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AA3D3-9535-3853-1A95-0DB883243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05686-57C9-630B-B3E6-B3A34D0A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503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83F4-1C87-A594-8E9B-FEDC55CA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7515A-0171-9AE0-6647-C50E4494D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31685-6674-F278-74DA-C1B8F279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1F019-9CB2-440E-3F91-617A5D1A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650C3-F368-646D-8EE8-751C8128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633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2284C-6861-C2DE-7031-6AF1D5FD7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3F992-F322-1CDD-B351-4930A4CDB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551D-5F33-8D1E-98BD-332B8FC2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ADDD6-1E7B-B420-94D4-0C5DC9B61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A3F72-ABBF-CC9D-CAEE-B0C7DE9B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2706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45CA6-EC4C-62AD-EE56-F19B7F39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0233A-41EA-719A-848B-BA2992649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93C91-3B5A-2361-9AFC-9676123B9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FDC06-564E-43CF-9C3E-52653A1D2C1B}" type="datetimeFigureOut">
              <a:rPr lang="en-ZA" smtClean="0"/>
              <a:t>2025/10/18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A0CA3-FC5C-666C-C280-DAE4AD0F5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D5405-5184-1983-2FF8-47A8BDD2E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612A0-54B6-41AA-BC03-306A00A9B69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1373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E935-6C4B-195D-87C5-01849CEE5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170D2-0601-6E49-A477-4AAF4B06E6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6246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Shanton Anthony John Johnson</dc:creator>
  <cp:lastModifiedBy>Shanton Anthony John Johnson</cp:lastModifiedBy>
  <cp:revision>1</cp:revision>
  <dcterms:created xsi:type="dcterms:W3CDTF">2025-10-18T13:52:31Z</dcterms:created>
  <dcterms:modified xsi:type="dcterms:W3CDTF">2025-10-18T13:53:09Z</dcterms:modified>
</cp:coreProperties>
</file>